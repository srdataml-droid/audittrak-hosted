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d2c402d5a74d68" /><Relationship Type="http://schemas.openxmlformats.org/officeDocument/2006/relationships/extended-properties" Target="/docProps/app.xml" Id="R02b0b0e5d7d24e1e" /><Relationship Type="http://schemas.openxmlformats.org/officeDocument/2006/relationships/officeDocument" Target="/ppt/presentation.xml" Id="Rc6f4f76b42774f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7529c13a414200"/>
  </p:sldMasterIdLst>
  <p:notesMasterIdLst>
    <p:notesMasterId xmlns:r="http://schemas.openxmlformats.org/officeDocument/2006/relationships" r:id="R35bd6eb7fcfd4dcd"/>
  </p:notesMasterIdLst>
  <p:sldIdLst>
    <p:sldId xmlns:r="http://schemas.openxmlformats.org/officeDocument/2006/relationships" id="256" r:id="Refe823c607ed4b12"/>
    <p:sldId xmlns:r="http://schemas.openxmlformats.org/officeDocument/2006/relationships" id="257" r:id="R6de13c223c3d470d"/>
    <p:sldId xmlns:r="http://schemas.openxmlformats.org/officeDocument/2006/relationships" id="258" r:id="R3e26ddd23b544ec6"/>
    <p:sldId xmlns:r="http://schemas.openxmlformats.org/officeDocument/2006/relationships" id="259" r:id="R048a6fa9afe14acb"/>
    <p:sldId xmlns:r="http://schemas.openxmlformats.org/officeDocument/2006/relationships" id="260" r:id="Re146a50e23cd4212"/>
    <p:sldId xmlns:r="http://schemas.openxmlformats.org/officeDocument/2006/relationships" id="261" r:id="Rc9a37025c7b44ff0"/>
    <p:sldId xmlns:r="http://schemas.openxmlformats.org/officeDocument/2006/relationships" id="262" r:id="R8dbb01fdd63c40ec"/>
    <p:sldId xmlns:r="http://schemas.openxmlformats.org/officeDocument/2006/relationships" id="263" r:id="R96417337874a48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920fff11b04672" /><Relationship Type="http://schemas.openxmlformats.org/officeDocument/2006/relationships/slideMaster" Target="/ppt/slideMasters/slideMaster1.xml" Id="R517529c13a414200" /><Relationship Type="http://schemas.openxmlformats.org/officeDocument/2006/relationships/notesMaster" Target="/ppt/notesMasters/notesMaster1.xml" Id="R35bd6eb7fcfd4dcd" /><Relationship Type="http://schemas.openxmlformats.org/officeDocument/2006/relationships/presProps" Target="/ppt/presProps.xml" Id="R62b97a0a12d64b47" /><Relationship Type="http://schemas.openxmlformats.org/officeDocument/2006/relationships/tableStyles" Target="/ppt/tableStyles.xml" Id="Red9d8e95f7d04810" /><Relationship Type="http://schemas.openxmlformats.org/officeDocument/2006/relationships/slide" Target="/ppt/slides/slide1.xml" Id="Refe823c607ed4b12" /><Relationship Type="http://schemas.openxmlformats.org/officeDocument/2006/relationships/slide" Target="/ppt/slides/slide2.xml" Id="R6de13c223c3d470d" /><Relationship Type="http://schemas.openxmlformats.org/officeDocument/2006/relationships/slide" Target="/ppt/slides/slide3.xml" Id="R3e26ddd23b544ec6" /><Relationship Type="http://schemas.openxmlformats.org/officeDocument/2006/relationships/slide" Target="/ppt/slides/slide4.xml" Id="R048a6fa9afe14acb" /><Relationship Type="http://schemas.openxmlformats.org/officeDocument/2006/relationships/slide" Target="/ppt/slides/slide5.xml" Id="Re146a50e23cd4212" /><Relationship Type="http://schemas.openxmlformats.org/officeDocument/2006/relationships/slide" Target="/ppt/slides/slide6.xml" Id="Rc9a37025c7b44ff0" /><Relationship Type="http://schemas.openxmlformats.org/officeDocument/2006/relationships/slide" Target="/ppt/slides/slide7.xml" Id="R8dbb01fdd63c40ec" /><Relationship Type="http://schemas.openxmlformats.org/officeDocument/2006/relationships/slide" Target="/ppt/slides/slide8.xml" Id="R96417337874a48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53a1a8e9e5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85af87e254e56" /><Relationship Type="http://schemas.openxmlformats.org/officeDocument/2006/relationships/notesMaster" Target="/ppt/notesMasters/notesMaster1.xml" Id="R8af31fa0919346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8cd8049f94f78" /><Relationship Type="http://schemas.openxmlformats.org/officeDocument/2006/relationships/notesMaster" Target="/ppt/notesMasters/notesMaster1.xml" Id="R0a171239578546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0139de4e0643d8" /><Relationship Type="http://schemas.openxmlformats.org/officeDocument/2006/relationships/notesMaster" Target="/ppt/notesMasters/notesMaster1.xml" Id="R0b4348d776d740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2e1f2928264b63" /><Relationship Type="http://schemas.openxmlformats.org/officeDocument/2006/relationships/notesMaster" Target="/ppt/notesMasters/notesMaster1.xml" Id="Re0f6f61965e048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afdd28939c44a7" /><Relationship Type="http://schemas.openxmlformats.org/officeDocument/2006/relationships/notesMaster" Target="/ppt/notesMasters/notesMaster1.xml" Id="R264429f66d1b49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6dec3839844a7c" /><Relationship Type="http://schemas.openxmlformats.org/officeDocument/2006/relationships/notesMaster" Target="/ppt/notesMasters/notesMaster1.xml" Id="R05b4c1aece3642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5619098584ca2" /><Relationship Type="http://schemas.openxmlformats.org/officeDocument/2006/relationships/notesMaster" Target="/ppt/notesMasters/notesMaster1.xml" Id="R544598c3042943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39b463770f46af" /><Relationship Type="http://schemas.openxmlformats.org/officeDocument/2006/relationships/notesMaster" Target="/ppt/notesMasters/notesMaster1.xml" Id="Rf4cee944d24a49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bank line can show money moved. A reviewer may still need the agreement, invoice, delivery proof and client response. AuditTrak brings those records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problem framing comes from the project brief and fictional scenarios. Its frequency and willingness to pay still need customer research; no market statistics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audiences, not confirmed customers. Direct client jobs are an initial focus because the owner can manually assemble records. Marketplace access and permitted data use need separate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MVP supports this flow locally with persistent records, tenant separation, owner-controlled sharing and reviewer notes. It supports manual records; external services require separate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and people are fictional. Each conversation illustration is a teaching scenario. Amina: matching amounts; Chidi: changed scope; Zainab: installment; Kemi: different payer; Tobi: linked debit. No fraud conclusion follows from any difference.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describes implemented constraints and remaining limitations, not an assurance of document authenticity or production security. Audit history is application-level and not tamper-proof.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live integrations, customers, revenue, pricing or trained machine learning model are claimed. Commercial pricing and the buyer must be tested; the subscription concept is a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are seeking a small set of willing freelancers and reviewers to try a consented evidence workflow. We want to learn what is missing, what is confusing, and whether a structured record saves repeated requests. We are not claiming lending outcomes or asking for a specific investment amount.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bd6773b9543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e9f61c29941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bc1cfecba4f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64917aec443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095cb588047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4970a8f6942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F4956A-0D11-477F-8528-939354210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FA41E6-1826-4438-BDA8-7BBAFE7807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B510C7-BB35-4350-AA0B-1A620139C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3B1875-A34E-4A5A-A7D5-3E08CDCC3B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F2F298-80A5-4A4E-9386-517E19AA68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8B0702-3F2E-490B-B4F6-EA64DA46A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9F8B4D-7DD4-4868-9FE1-76DE3747F5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093F8F-1032-4034-9474-C90CF6DEB4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3614C7-BBFC-4DA8-B65C-69A894AB6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0A4780-4E2A-4A90-AC87-4E27AD10C7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1f652e7e5045be" /><Relationship Type="http://schemas.openxmlformats.org/officeDocument/2006/relationships/slideLayout" Target="/ppt/slideLayouts/slideLayout1.xml" Id="Ra6a2b8570fd04bb4" /><Relationship Type="http://schemas.openxmlformats.org/officeDocument/2006/relationships/slideLayout" Target="/ppt/slideLayouts/slideLayout2.xml" Id="Rd3715f71ef894717" /><Relationship Type="http://schemas.openxmlformats.org/officeDocument/2006/relationships/slideLayout" Target="/ppt/slideLayouts/slideLayout3.xml" Id="Rb72ee2dd362c42bf" /><Relationship Type="http://schemas.openxmlformats.org/officeDocument/2006/relationships/slideLayout" Target="/ppt/slideLayouts/slideLayout4.xml" Id="R56aaf091fbbe4c0e" /><Relationship Type="http://schemas.openxmlformats.org/officeDocument/2006/relationships/slideLayout" Target="/ppt/slideLayouts/slideLayout5.xml" Id="R945c33b71ae94a43" /><Relationship Type="http://schemas.openxmlformats.org/officeDocument/2006/relationships/slideLayout" Target="/ppt/slideLayouts/slideLayout6.xml" Id="R3ee2eec431b94d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a2b8570fd04bb4"/>
    <p:sldLayoutId xmlns:r="http://schemas.openxmlformats.org/officeDocument/2006/relationships" id="2147483650" r:id="Rd3715f71ef894717"/>
    <p:sldLayoutId xmlns:r="http://schemas.openxmlformats.org/officeDocument/2006/relationships" id="2147483651" r:id="Rb72ee2dd362c42bf"/>
    <p:sldLayoutId xmlns:r="http://schemas.openxmlformats.org/officeDocument/2006/relationships" id="2147483652" r:id="R56aaf091fbbe4c0e"/>
    <p:sldLayoutId xmlns:r="http://schemas.openxmlformats.org/officeDocument/2006/relationships" id="2147483653" r:id="R945c33b71ae94a43"/>
    <p:sldLayoutId xmlns:r="http://schemas.openxmlformats.org/officeDocument/2006/relationships" id="2147483654" r:id="R3ee2eec431b94d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3d19506494b7d" /><Relationship Type="http://schemas.openxmlformats.org/officeDocument/2006/relationships/notesSlide" Target="/ppt/notesSlides/notesSlide1.xml" Id="R997df6656924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ffd3aa3e540d5" /><Relationship Type="http://schemas.openxmlformats.org/officeDocument/2006/relationships/notesSlide" Target="/ppt/notesSlides/notesSlide2.xml" Id="Rb301b85e8e9445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5775f782b4287" /><Relationship Type="http://schemas.openxmlformats.org/officeDocument/2006/relationships/notesSlide" Target="/ppt/notesSlides/notesSlide3.xml" Id="R6c3b16e4af3444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9fa2a98bd4465" /><Relationship Type="http://schemas.openxmlformats.org/officeDocument/2006/relationships/notesSlide" Target="/ppt/notesSlides/notesSlide4.xml" Id="Rac08474f22134e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32c6eb1a74899" /><Relationship Type="http://schemas.openxmlformats.org/officeDocument/2006/relationships/notesSlide" Target="/ppt/notesSlides/notesSlide5.xml" Id="Rf3241f4a5a0a4f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587e3440e47ea" /><Relationship Type="http://schemas.openxmlformats.org/officeDocument/2006/relationships/notesSlide" Target="/ppt/notesSlides/notesSlide6.xml" Id="R0e6a71c8a22046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90fe5aa6d46db" /><Relationship Type="http://schemas.openxmlformats.org/officeDocument/2006/relationships/notesSlide" Target="/ppt/notesSlides/notesSlide7.xml" Id="Ra75ad05fc0324a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4c687f4a34ce3" /><Relationship Type="http://schemas.openxmlformats.org/officeDocument/2006/relationships/notesSlide" Target="/ppt/notesSlides/notesSlide8.xml" Id="R93b944044d8648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9C383-D0DC-4036-B99A-6CC0A9D5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6C887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6C887"/>
                </a:solidFill>
                <a:latin typeface="Carlito"/>
                <a:ea typeface="Carlito"/>
                <a:cs typeface="Carlito"/>
              </a:defRPr>
            </a:pPr>
            <a:r>
              <a:rPr sz="1875" b="1">
                <a:solidFill>
                  <a:srgbClr val="E6C887"/>
                </a:solidFill>
                <a:latin typeface="Carlito"/>
                <a:ea typeface="Carlito"/>
                <a:cs typeface="Carlito"/>
              </a:rPr>
              <a:t>AUDITTRAK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0466D-4CC1-4F07-B1AF-E73BB2C9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Carlito"/>
                <a:ea typeface="Carlito"/>
                <a:cs typeface="Carlito"/>
              </a:defRPr>
            </a:pPr>
            <a:r>
              <a:rPr sz="525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Money moved.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Carlito"/>
                <a:ea typeface="Carlito"/>
                <a:cs typeface="Carlito"/>
              </a:defRPr>
            </a:pPr>
            <a:r>
              <a:rPr sz="525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What was the work?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62F4B-CCD5-4B10-8B8A-6C99AA1C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6DDD1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6DDD1"/>
                </a:solidFill>
                <a:latin typeface="Carlito"/>
                <a:ea typeface="Carlito"/>
                <a:cs typeface="Carlito"/>
              </a:defRPr>
            </a:pPr>
            <a:r>
              <a:rPr sz="2100" b="0">
                <a:solidFill>
                  <a:srgbClr val="C6DDD1"/>
                </a:solidFill>
                <a:latin typeface="Carlito"/>
                <a:ea typeface="Carlito"/>
                <a:cs typeface="Carlito"/>
              </a:rPr>
              <a:t>AuditTrak · Commercial evidence for human review</a:t>
            </a:r>
          </a:p>
        </p:txBody>
      </p:sp>
    </p:spTree>
    <p:extLst>
      <p:ext uri="{BB962C8B-B14F-4D97-AF65-F5344CB8AC3E}">
        <p14:creationId xmlns:p14="http://schemas.microsoft.com/office/powerpoint/2010/main" val="458736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903AC-FC2F-45AF-AB3F-B3903A5F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3300" b="1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The problem we are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75ACC-8088-49AC-8C2C-4F3F143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pPr>
            <a:r>
              <a:rPr sz="1350" b="0">
                <a:solidFill>
                  <a:srgbClr val="526C65"/>
                </a:solidFill>
                <a:latin typeface="Carlito"/>
                <a:ea typeface="Carlito"/>
                <a:cs typeface="Carlit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8D13A-E2F4-4AC8-881A-D23789D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D0ABF-EC31-44D0-AFAA-8A160E4C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954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A payment record may lack the context of the underlying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ED1C-55BA-4FD1-9F41-AA382B7A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B922C-10F7-4119-B197-25281F8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622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Supporting evidence can be scattered across chats and documents.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0B2D6-A9E3-4684-B387-98251D10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F5245-5044-4B8B-9F99-06A44BF5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Differences can have ordinary explanations: installments or scope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AE5C1-A315-4D27-B9AD-7A7BCBCF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716EF-2F77-4408-9125-CD4A6961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958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Reviewers need the supporting story and unresolved questions.</a:t>
            </a:r>
          </a:p>
        </p:txBody>
      </p:sp>
    </p:spTree>
    <p:extLst>
      <p:ext uri="{BB962C8B-B14F-4D97-AF65-F5344CB8AC3E}">
        <p14:creationId xmlns:p14="http://schemas.microsoft.com/office/powerpoint/2010/main" val="1230438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CBDF3-307F-4015-BB88-4A18932D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3300" b="1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Our first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AF8B8-ED9C-471B-80F1-01BFE527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pPr>
            <a:r>
              <a:rPr sz="1350" b="0">
                <a:solidFill>
                  <a:srgbClr val="526C65"/>
                </a:solidFill>
                <a:latin typeface="Carlito"/>
                <a:ea typeface="Carlito"/>
                <a:cs typeface="Carlit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AA04A-78B8-4EA2-B2E2-CB390A1F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AE9B9-AA5F-4F1D-8B24-B59C935A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954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Freelancers and small service businesses assembling job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31EAE-04B1-463F-8CA0-43A13AF1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14233-9403-4A4B-82D5-BB450251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622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Reviewers examining explicitly shared commercial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15F96-CEFA-4CFD-9BDE-5BE4A0AB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18D49-B2AC-414C-8378-75E08702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Begin with direct client jobs; validate marketplace export paths separately.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E56EE-7284-4AA4-9E0F-CE7BD34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2EAAB-D36D-40A6-9E17-7D364ACB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958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Pilot hypothesis: a structured record reduces repeated evidence requests.</a:t>
            </a:r>
          </a:p>
        </p:txBody>
      </p:sp>
    </p:spTree>
    <p:extLst>
      <p:ext uri="{BB962C8B-B14F-4D97-AF65-F5344CB8AC3E}">
        <p14:creationId xmlns:p14="http://schemas.microsoft.com/office/powerpoint/2010/main" val="1196194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8E23C-D718-4E2C-B131-796FD72D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3300" b="1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1CEAC-16D0-4AF2-81CE-A127DF4B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pPr>
            <a:r>
              <a:rPr sz="1350" b="0">
                <a:solidFill>
                  <a:srgbClr val="526C65"/>
                </a:solidFill>
                <a:latin typeface="Carlito"/>
                <a:ea typeface="Carlito"/>
                <a:cs typeface="Carlit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59D3A-B16A-4970-AA35-1DB0737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AC8AD-777E-4042-A891-FAF25489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954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Collect agreement, invoice, payment, delivery and confirmation.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8CB39-F375-480C-975C-CAC16B2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150F1-CB61-4865-9EE2-2F4A3B98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622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Compare names, amounts, currencies, dates and references.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A67C0-3901-482D-9C12-8EE5A976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E89E7-654C-4F07-945E-72F4A347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Explain differences and missing records with deterministic reasons.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C2F3D-017D-433A-A5F9-224659F7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70A81-C237-47C2-95B4-7303976F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958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Share the assessed revision with a reviewer and retain action history.</a:t>
            </a:r>
          </a:p>
        </p:txBody>
      </p:sp>
    </p:spTree>
    <p:extLst>
      <p:ext uri="{BB962C8B-B14F-4D97-AF65-F5344CB8AC3E}">
        <p14:creationId xmlns:p14="http://schemas.microsoft.com/office/powerpoint/2010/main" val="1283078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1A8D2-1DEA-4F18-A28D-4C7B5FF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3300" b="1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Five stories expose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944A4-76C7-4532-803F-5B0DA51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pPr>
            <a:r>
              <a:rPr sz="1350" b="0">
                <a:solidFill>
                  <a:srgbClr val="526C65"/>
                </a:solidFill>
                <a:latin typeface="Carlito"/>
                <a:ea typeface="Carlito"/>
                <a:cs typeface="Carlit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46473-F19F-4F1B-B0AB-37BD40FA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250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Amina — matching amounts; delivery still needs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7B332-F7E5-4EEC-8B35-25F637F3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250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Chidi — original price differs from the later invoice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DBB33-A942-45D5-802A-CDA83FEA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250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Zainab — only half of the invoice is linked as paid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6C73E-DE3D-4737-953E-C5FC00D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250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Kemi — payer and client names differ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631BE-B8CA-4269-B071-A07AE6F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250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Tobi — a linked debit offsets the credit</a:t>
            </a:r>
          </a:p>
        </p:txBody>
      </p:sp>
    </p:spTree>
    <p:extLst>
      <p:ext uri="{BB962C8B-B14F-4D97-AF65-F5344CB8AC3E}">
        <p14:creationId xmlns:p14="http://schemas.microsoft.com/office/powerpoint/2010/main" val="47852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57F5A-2071-4510-8C06-8DEE92E4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3300" b="1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Trust in the evidence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37CA1-E70F-4A4E-B97E-2C83DE46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pPr>
            <a:r>
              <a:rPr sz="1350" b="0">
                <a:solidFill>
                  <a:srgbClr val="526C65"/>
                </a:solidFill>
                <a:latin typeface="Carlito"/>
                <a:ea typeface="Carlito"/>
                <a:cs typeface="Carlit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A496A-CFF6-4F07-8E40-66A02D1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84045-9FDE-4101-9A02-BD9EF38A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954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Source records remain separate from AI proposals.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3335C-4E3F-4BF1-BD83-4686C612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B203F-B20E-4638-A8B8-56D295A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622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A changed job needs a fresh assessment and new sharing.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AC6B1-482D-4FE7-B90D-722F14A6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31A6A-D75E-4BCB-BFA1-9B1C9B04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Client confirmation records a response, not verified identity.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919F1-288C-47EA-8BCC-233CF574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2B8BF-DE0F-47EA-A179-9690EC85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958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No credit decisions, fraud labels or invented evidence.</a:t>
            </a:r>
          </a:p>
        </p:txBody>
      </p:sp>
    </p:spTree>
    <p:extLst>
      <p:ext uri="{BB962C8B-B14F-4D97-AF65-F5344CB8AC3E}">
        <p14:creationId xmlns:p14="http://schemas.microsoft.com/office/powerpoint/2010/main" val="1218662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AC984-D876-4118-8A21-3A5A035C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3300" b="1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What exists and what comes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9690F-6A7E-4C02-B15F-5E34F32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C65"/>
                </a:solidFill>
                <a:latin typeface="Carlito"/>
                <a:ea typeface="Carlito"/>
                <a:cs typeface="Carlito"/>
              </a:defRPr>
            </a:pPr>
            <a:r>
              <a:rPr sz="1350" b="0">
                <a:solidFill>
                  <a:srgbClr val="526C65"/>
                </a:solidFill>
                <a:latin typeface="Carlito"/>
                <a:ea typeface="Carlito"/>
                <a:cs typeface="Carlit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5BCA7-EAAF-4299-9627-85624431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A49A2-71C0-4D33-9DE8-FC4D16B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954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Today: local MVP, five fictional examples and automated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BBF10-EDC4-49BB-8C44-B4A7DB4A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E3B42-AC59-4805-A185-66E4655A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622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Next: consented pilot records and measured reviewer feedback.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D1675-79D9-41FD-A89B-078F5164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96124-FAF5-4E10-B423-52479D99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Then: approved data connectors and production access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81817-F80C-4DBE-8C0F-5E6C234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7882D"/>
                </a:solidFill>
                <a:latin typeface="Carlito"/>
                <a:ea typeface="Carlito"/>
                <a:cs typeface="Carlito"/>
              </a:defRPr>
            </a:pPr>
            <a:r>
              <a:rPr sz="2250" b="1">
                <a:solidFill>
                  <a:srgbClr val="C7882D"/>
                </a:solidFill>
                <a:latin typeface="Carlito"/>
                <a:ea typeface="Carlito"/>
                <a:cs typeface="Carlit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8D628-E161-4C85-B170-AFB40B3E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958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3C35"/>
                </a:solidFill>
                <a:latin typeface="Carlito"/>
                <a:ea typeface="Carlito"/>
                <a:cs typeface="Carlito"/>
              </a:defRPr>
            </a:pPr>
            <a:r>
              <a:rPr sz="2325" b="0">
                <a:solidFill>
                  <a:srgbClr val="153C35"/>
                </a:solidFill>
                <a:latin typeface="Carlito"/>
                <a:ea typeface="Carlito"/>
                <a:cs typeface="Carlito"/>
              </a:rPr>
              <a:t>Business model hypothesis: a workspace or review subscription.</a:t>
            </a:r>
          </a:p>
        </p:txBody>
      </p:sp>
    </p:spTree>
    <p:extLst>
      <p:ext uri="{BB962C8B-B14F-4D97-AF65-F5344CB8AC3E}">
        <p14:creationId xmlns:p14="http://schemas.microsoft.com/office/powerpoint/2010/main" val="1484582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6519E-06A7-46F7-92C1-32A23B2C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6C887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6C887"/>
                </a:solidFill>
                <a:latin typeface="Carlito"/>
                <a:ea typeface="Carlito"/>
                <a:cs typeface="Carlito"/>
              </a:defRPr>
            </a:pPr>
            <a:r>
              <a:rPr sz="1875" b="1">
                <a:solidFill>
                  <a:srgbClr val="E6C887"/>
                </a:solidFill>
                <a:latin typeface="Carlito"/>
                <a:ea typeface="Carlito"/>
                <a:cs typeface="Carlito"/>
              </a:rPr>
              <a:t>AUDITTRAK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4AE6A-C0A0-48B2-9FDC-227297AF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Carlito"/>
                <a:ea typeface="Carlito"/>
                <a:cs typeface="Carlito"/>
              </a:defRPr>
            </a:pPr>
            <a:r>
              <a:rPr sz="525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Help test the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Carlito"/>
                <a:ea typeface="Carlito"/>
                <a:cs typeface="Carlito"/>
              </a:defRPr>
            </a:pPr>
            <a:r>
              <a:rPr sz="5250" b="1">
                <a:solidFill>
                  <a:srgbClr val="FFFFFF"/>
                </a:solidFill>
                <a:latin typeface="Carlito"/>
                <a:ea typeface="Carlito"/>
                <a:cs typeface="Carlito"/>
              </a:rPr>
              <a:t>commercial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70C01-A62C-4DF4-B470-D286D499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6DDD1"/>
                </a:solidFill>
                <a:latin typeface="Carlito"/>
                <a:ea typeface="Carlito"/>
                <a:cs typeface="Carlit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6DDD1"/>
                </a:solidFill>
                <a:latin typeface="Carlito"/>
                <a:ea typeface="Carlito"/>
                <a:cs typeface="Carlito"/>
              </a:defRPr>
            </a:pPr>
            <a:r>
              <a:rPr sz="2100" b="0">
                <a:solidFill>
                  <a:srgbClr val="C6DDD1"/>
                </a:solidFill>
                <a:latin typeface="Carlito"/>
                <a:ea typeface="Carlito"/>
                <a:cs typeface="Carlito"/>
              </a:rPr>
              <a:t>Seeking pilot freelancers and reviewers</a:t>
            </a:r>
          </a:p>
        </p:txBody>
      </p:sp>
    </p:spTree>
    <p:extLst>
      <p:ext uri="{BB962C8B-B14F-4D97-AF65-F5344CB8AC3E}">
        <p14:creationId xmlns:p14="http://schemas.microsoft.com/office/powerpoint/2010/main" val="1311763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2026-10-09T01:46:48.2740000Z</dcterms:created>
  <dcterms:modified xsi:type="dcterms:W3CDTF">2026-10-09T01:46:48.2740000Z</dcterms:modified>
</coreProperties>
</file>